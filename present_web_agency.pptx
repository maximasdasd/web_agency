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0" d="100"/>
          <a:sy n="300" d="100"/>
        </p:scale>
        <p:origin x="216" y="-10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555C-EE7B-46DA-A43D-B56739F82C58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0145-CFEF-4046-8F83-C57337D392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8272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555C-EE7B-46DA-A43D-B56739F82C58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0145-CFEF-4046-8F83-C57337D392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03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555C-EE7B-46DA-A43D-B56739F82C58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0145-CFEF-4046-8F83-C57337D392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287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555C-EE7B-46DA-A43D-B56739F82C58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0145-CFEF-4046-8F83-C57337D392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313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555C-EE7B-46DA-A43D-B56739F82C58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0145-CFEF-4046-8F83-C57337D392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987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555C-EE7B-46DA-A43D-B56739F82C58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0145-CFEF-4046-8F83-C57337D392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045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555C-EE7B-46DA-A43D-B56739F82C58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0145-CFEF-4046-8F83-C57337D392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791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555C-EE7B-46DA-A43D-B56739F82C58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0145-CFEF-4046-8F83-C57337D392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18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555C-EE7B-46DA-A43D-B56739F82C58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0145-CFEF-4046-8F83-C57337D392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886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555C-EE7B-46DA-A43D-B56739F82C58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0145-CFEF-4046-8F83-C57337D392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075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555C-EE7B-46DA-A43D-B56739F82C58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0145-CFEF-4046-8F83-C57337D392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437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F555C-EE7B-46DA-A43D-B56739F82C58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20145-CFEF-4046-8F83-C57337D392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82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158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1479" y="771342"/>
            <a:ext cx="1003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Id_ticket</a:t>
            </a:r>
            <a:endParaRPr lang="ru-RU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691479" y="1048341"/>
            <a:ext cx="1003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691479" y="1619973"/>
            <a:ext cx="1003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Phone (null)</a:t>
            </a:r>
            <a:endParaRPr lang="ru-RU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685227" y="1888146"/>
            <a:ext cx="14421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Telegram (null)</a:t>
            </a:r>
            <a:endParaRPr lang="ru-RU" sz="1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685228" y="2710320"/>
            <a:ext cx="14483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description</a:t>
            </a:r>
            <a:endParaRPr lang="ru-RU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685227" y="2165146"/>
            <a:ext cx="14483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Category</a:t>
            </a:r>
            <a:endParaRPr lang="en-US" sz="12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685227" y="2442146"/>
            <a:ext cx="14483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Created_at</a:t>
            </a:r>
            <a:endParaRPr lang="en-US" sz="12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685227" y="1316514"/>
            <a:ext cx="1756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Email (not null)</a:t>
            </a:r>
            <a:endParaRPr lang="ru-RU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685227" y="1043927"/>
            <a:ext cx="1756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Name(not null)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5978035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20</Words>
  <Application>Microsoft Office PowerPoint</Application>
  <PresentationFormat>Широкоэкранный</PresentationFormat>
  <Paragraphs>8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 ADMIN</dc:creator>
  <cp:lastModifiedBy>ADMIN ADMIN</cp:lastModifiedBy>
  <cp:revision>3</cp:revision>
  <dcterms:created xsi:type="dcterms:W3CDTF">2026-06-03T08:50:01Z</dcterms:created>
  <dcterms:modified xsi:type="dcterms:W3CDTF">2026-06-03T10:31:12Z</dcterms:modified>
</cp:coreProperties>
</file>